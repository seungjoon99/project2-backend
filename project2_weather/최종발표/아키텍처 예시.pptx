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
<Relationships xmlns="http://schemas.openxmlformats.org/package/2006/relationships"><Relationship Id="rId1" Type="http://schemas.openxmlformats.org/officeDocument/2006/relationships/officeDocument" Target="ppt/presentation.xml"></Relationship><Relationship Id="rId2" Type="http://schemas.openxmlformats.org/package/2006/relationships/metadata/core-properties" Target="docProps/core.xml"></Relationship><Relationship Id="rId3" Type="http://schemas.openxmlformats.org/officeDocument/2006/relationships/extended-properties" Target="docProps/app.xml"></Relationship><Relationship Id="rId4" Type="http://schemas.openxmlformats.org/package/2006/relationships/metadata/thumbnail" Target="docProps/thumbnail.jpeg"></Relationship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saveSubsetFonts="1">
  <p:sldMasterIdLst>
    <p:sldMasterId id="2147483675" r:id="rId13"/>
  </p:sldMasterIdLst>
  <p:sldIdLst>
    <p:sldId id="256" r:id="rId15"/>
    <p:sldId id="257" r:id="rId16"/>
    <p:sldId id="258" r:id="rId17"/>
    <p:sldId id="259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 horzBarState="maximized">
    <p:restoredLeft sz="15987" autoAdjust="0"/>
    <p:restoredTop sz="94660"/>
  </p:normalViewPr>
  <p:slideViewPr>
    <p:cSldViewPr snapToGrid="0" snapToObjects="1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
<Relationships xmlns="http://schemas.openxmlformats.org/package/2006/relationships"><Relationship Id="rId1" Type="http://schemas.openxmlformats.org/officeDocument/2006/relationships/tableStyles" Target="tableStyles.xml"></Relationship><Relationship Id="rId13" Type="http://schemas.openxmlformats.org/officeDocument/2006/relationships/slideMaster" Target="slideMasters/slideMaster1.xml"></Relationship><Relationship Id="rId14" Type="http://schemas.openxmlformats.org/officeDocument/2006/relationships/theme" Target="theme/theme1.xml"></Relationship><Relationship Id="rId15" Type="http://schemas.openxmlformats.org/officeDocument/2006/relationships/slide" Target="slides/slide1.xml"></Relationship><Relationship Id="rId16" Type="http://schemas.openxmlformats.org/officeDocument/2006/relationships/slide" Target="slides/slide2.xml"></Relationship><Relationship Id="rId17" Type="http://schemas.openxmlformats.org/officeDocument/2006/relationships/slide" Target="slides/slide3.xml"></Relationship><Relationship Id="rId18" Type="http://schemas.openxmlformats.org/officeDocument/2006/relationships/slide" Target="slides/slide4.xml"></Relationship><Relationship Id="rId19" Type="http://schemas.openxmlformats.org/officeDocument/2006/relationships/viewProps" Target="viewProps.xml"></Relationship><Relationship Id="rId20" Type="http://schemas.openxmlformats.org/officeDocument/2006/relationships/presProps" Target="presProps.xml"></Relationship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F0DD7D-FA4A-49EB-9A87-587552289C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FBDAF17-6922-4EA8-92AE-04CAEC1C7E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345643-5FA0-439B-83B6-82CD0EA5F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B83DD-B5C9-4C4E-8738-6A13F2B10E62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C6919B-6206-458A-9167-0456D5635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6B96F6B-4731-4FBB-A265-D95FCEC99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9E462-9D3C-4CAA-B298-0798D06C4B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7806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84EF51-8159-4A18-A49A-257C696C1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9C2800-F314-423E-A96D-FC63FD7E14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498A88-693D-4466-B9F6-D910BC97A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B83DD-B5C9-4C4E-8738-6A13F2B10E62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212A7B8-F042-4B64-A422-3C4F4B7E6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60944DB-CBE0-4A8A-8648-5C6DBC804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9E462-9D3C-4CAA-B298-0798D06C4B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2256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D4961A-8884-4493-8410-B56851095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76C239B-B9B4-4D19-B258-0354CA2C9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8746FF0-9783-499C-B201-F60C08E3E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B83DD-B5C9-4C4E-8738-6A13F2B10E62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0DF9E0-FD61-44C2-8A59-5BDCA965F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B6A9768-42A5-4C4D-B2E4-8CC3F1417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9E462-9D3C-4CAA-B298-0798D06C4B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3374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E8FC19-B703-47A8-8E54-58C5B0E16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60101F2-4DA7-4D93-AC77-5E240F0863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DC3071F-A192-479D-BC7B-7D737E52F8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31553C1-FE8E-44EC-B9EB-0CE6887C6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B83DD-B5C9-4C4E-8738-6A13F2B10E62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B9B5BEC-9EC9-4E84-B49D-B4D1E141B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055309B-F89E-4081-A0D0-E07B97E19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9E462-9D3C-4CAA-B298-0798D06C4B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69210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865CE4-3D92-4786-9721-27E096135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2DEB5A3-3607-4675-A2DA-768E09FD01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E84DCB0-CFB2-485C-991C-1B682882CD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F48A780-ABDE-4D6B-8DE0-F7FB1302F6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DF25A7B-7B83-44FA-9187-E0AFC8600F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BFECB48-DBAC-4811-8AE3-AA6318C96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B83DD-B5C9-4C4E-8738-6A13F2B10E62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E26B9A6-AE55-4432-8638-CC779C1C9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DEEAF75-88BA-4974-8AC2-D85BE3C18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9E462-9D3C-4CAA-B298-0798D06C4B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300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52CE51-898F-47B1-BD6F-022C52675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249940C-E921-41B2-B20C-967865DCA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B83DD-B5C9-4C4E-8738-6A13F2B10E62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00A6C18-FA23-48D8-87D9-D4B9A4D21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47EB2F5-07CD-4FD7-84DC-1A4D5DE9A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9E462-9D3C-4CAA-B298-0798D06C4B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6565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A258507-0FF1-4A14-8334-DDA9998A4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B83DD-B5C9-4C4E-8738-6A13F2B10E62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4673EBE-642C-40B0-836D-4C7AAE72A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152747-721B-47EE-A8AF-BA657E5A7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9E462-9D3C-4CAA-B298-0798D06C4B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8621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321DDA-C909-4D06-BA69-05242D340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AA41549-D943-4B9E-B95E-A540EEA131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EC8D18B-F9EE-4544-AE85-C677B160F8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3BEFE1D-70A0-4D43-88BC-CE2063306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B83DD-B5C9-4C4E-8738-6A13F2B10E62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99E3B60-51BF-4ADB-8CDE-EDC27C9C8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0437CBE-CB7D-48A6-91AE-8B98B28AA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9E462-9D3C-4CAA-B298-0798D06C4B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8378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A014DF-C048-41DC-A8F4-173DED410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D12FF7A-543D-47C5-81B4-C30AFB7B9C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9F29F47-2CA5-4461-BE91-CA6E55CCE9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7DEB71B-02BF-46C2-8711-AE98D6985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B83DD-B5C9-4C4E-8738-6A13F2B10E62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E8F305C-DB9B-468C-A110-24AF738E5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FF9966F-CE5A-4E56-8350-4CFB90111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9E462-9D3C-4CAA-B298-0798D06C4B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4320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AA82CA-8E92-4205-BEF6-E2D43EC7E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4E6AFF2-9195-4752-B5CF-6C96C20AF4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B41745-205B-409D-A638-0714E805F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B83DD-B5C9-4C4E-8738-6A13F2B10E62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F04F610-5934-42E8-BA7E-3DF59BCD8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6554FC4-CCC6-49DA-AFC7-5192CA604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9E462-9D3C-4CAA-B298-0798D06C4B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86591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E8A084E-DD6C-43F6-BB2E-A3BB8BCC3F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231955F-5640-4EE1-9A8E-80DBC32BBB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B20D6F-7A99-4591-A88F-1942D885B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B83DD-B5C9-4C4E-8738-6A13F2B10E62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F034E6-E23C-4D36-851B-73A28FE14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4A8706-52A9-457E-B6C9-DE89B152A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9E462-9D3C-4CAA-B298-0798D06C4B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0141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C72BD0B-36FB-4F25-A99F-D1A2E7CF3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0AAE2A4-B572-4A55-A830-1EF324E40D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CD06D7-C88E-42CE-9C73-E0CEAB18D5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EB83DD-B5C9-4C4E-8738-6A13F2B10E62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7331FB1-4FE9-402E-AE5C-DEF424A204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563284-3809-4857-A7CD-FF732BD21D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A9E462-9D3C-4CAA-B298-0798D06C4B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6332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/Relationships>
</file>

<file path=ppt/slides/_rels/slide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그룹 8"/>
          <p:cNvGrpSpPr/>
          <p:nvPr/>
        </p:nvGrpSpPr>
        <p:grpSpPr>
          <a:xfrm rot="0">
            <a:off x="2341245" y="471170"/>
            <a:ext cx="4697095" cy="5334635"/>
            <a:chOff x="2341245" y="471170"/>
            <a:chExt cx="4697095" cy="5334635"/>
          </a:xfrm>
        </p:grpSpPr>
        <p:sp>
          <p:nvSpPr>
            <p:cNvPr id="4" name="직사각형 3"/>
            <p:cNvSpPr>
              <a:spLocks/>
            </p:cNvSpPr>
            <p:nvPr/>
          </p:nvSpPr>
          <p:spPr>
            <a:xfrm rot="0">
              <a:off x="2341245" y="471170"/>
              <a:ext cx="4697095" cy="5334635"/>
            </a:xfrm>
            <a:prstGeom prst="rect"/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/>
            </a:p>
          </p:txBody>
        </p:sp>
        <p:sp>
          <p:nvSpPr>
            <p:cNvPr id="5" name="TextBox 4"/>
            <p:cNvSpPr txBox="1">
              <a:spLocks/>
            </p:cNvSpPr>
            <p:nvPr/>
          </p:nvSpPr>
          <p:spPr>
            <a:xfrm rot="0">
              <a:off x="4071620" y="683895"/>
              <a:ext cx="1236980" cy="370205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/>
                <a:t>Flask </a:t>
              </a:r>
              <a:r>
                <a:rPr lang="ko-KR" altLang="en-US"/>
                <a:t>서버</a:t>
              </a:r>
              <a:endParaRPr lang="ko-KR" altLang="en-US"/>
            </a:p>
          </p:txBody>
        </p:sp>
      </p:grpSp>
      <p:sp>
        <p:nvSpPr>
          <p:cNvPr id="6" name="직사각형 5">
            <a:extLst>
              <a:ext uri="{FF2B5EF4-FFF2-40B4-BE49-F238E27FC236}">
                <a16:creationId xmlns:a16="http://schemas.microsoft.com/office/drawing/2014/main" id="{E2BF5056-0603-497D-AD75-19148CB456B5}"/>
              </a:ext>
            </a:extLst>
          </p:cNvPr>
          <p:cNvSpPr/>
          <p:nvPr/>
        </p:nvSpPr>
        <p:spPr>
          <a:xfrm>
            <a:off x="8215630" y="946785"/>
            <a:ext cx="1635125" cy="298831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925700-2255-489E-8846-0BDB06EAD28C}"/>
              </a:ext>
            </a:extLst>
          </p:cNvPr>
          <p:cNvSpPr txBox="1"/>
          <p:nvPr/>
        </p:nvSpPr>
        <p:spPr>
          <a:xfrm>
            <a:off x="8070850" y="471170"/>
            <a:ext cx="1924685" cy="3695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Kakao</a:t>
            </a:r>
            <a:r>
              <a:rPr lang="en-US" altLang="ko-KR" dirty="0"/>
              <a:t> </a:t>
            </a:r>
            <a:r>
              <a:rPr lang="en-US" altLang="ko-KR" dirty="0" err="1"/>
              <a:t>api</a:t>
            </a:r>
            <a:r>
              <a:rPr lang="en-US" altLang="ko-KR" dirty="0"/>
              <a:t> server</a:t>
            </a:r>
            <a:endParaRPr lang="ko-KR" altLang="en-US" dirty="0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E2BF4836-3DA6-4738-8795-40BA5491183C}"/>
              </a:ext>
            </a:extLst>
          </p:cNvPr>
          <p:cNvCxnSpPr/>
          <p:nvPr/>
        </p:nvCxnSpPr>
        <p:spPr>
          <a:xfrm>
            <a:off x="7051675" y="1944370"/>
            <a:ext cx="11639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9823FA32-1708-45B1-9ECB-7BBB20863C93}"/>
              </a:ext>
            </a:extLst>
          </p:cNvPr>
          <p:cNvCxnSpPr/>
          <p:nvPr/>
        </p:nvCxnSpPr>
        <p:spPr>
          <a:xfrm>
            <a:off x="7051675" y="3537585"/>
            <a:ext cx="1163955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2B5A556-AE9B-4CD0-A21E-7A8C0F9A830C}"/>
              </a:ext>
            </a:extLst>
          </p:cNvPr>
          <p:cNvSpPr/>
          <p:nvPr/>
        </p:nvSpPr>
        <p:spPr>
          <a:xfrm>
            <a:off x="247650" y="471170"/>
            <a:ext cx="1524000" cy="5334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7E6395-D530-4316-96B8-5649B6B42FD2}"/>
              </a:ext>
            </a:extLst>
          </p:cNvPr>
          <p:cNvSpPr txBox="1"/>
          <p:nvPr/>
        </p:nvSpPr>
        <p:spPr>
          <a:xfrm>
            <a:off x="575945" y="683895"/>
            <a:ext cx="742315" cy="3695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client</a:t>
            </a:r>
            <a:endParaRPr lang="ko-KR" altLang="en-US" dirty="0"/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63FDF2E1-8A95-4AC8-A60A-D93C8586F356}"/>
              </a:ext>
            </a:extLst>
          </p:cNvPr>
          <p:cNvCxnSpPr>
            <a:cxnSpLocks/>
          </p:cNvCxnSpPr>
          <p:nvPr/>
        </p:nvCxnSpPr>
        <p:spPr>
          <a:xfrm>
            <a:off x="1771650" y="2341245"/>
            <a:ext cx="5695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71AA29B6-5C4B-4689-A865-C11C2E0C9963}"/>
              </a:ext>
            </a:extLst>
          </p:cNvPr>
          <p:cNvCxnSpPr>
            <a:cxnSpLocks/>
          </p:cNvCxnSpPr>
          <p:nvPr/>
        </p:nvCxnSpPr>
        <p:spPr>
          <a:xfrm>
            <a:off x="1771650" y="3934460"/>
            <a:ext cx="569595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6790E0D-C935-475B-97D1-F2A8F44500CD}"/>
              </a:ext>
            </a:extLst>
          </p:cNvPr>
          <p:cNvSpPr/>
          <p:nvPr/>
        </p:nvSpPr>
        <p:spPr>
          <a:xfrm>
            <a:off x="8215630" y="4476115"/>
            <a:ext cx="1635125" cy="143573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CCA18AE-A74D-48DB-8F1D-5D528B525DFB}"/>
              </a:ext>
            </a:extLst>
          </p:cNvPr>
          <p:cNvSpPr txBox="1"/>
          <p:nvPr/>
        </p:nvSpPr>
        <p:spPr>
          <a:xfrm>
            <a:off x="8634730" y="4112260"/>
            <a:ext cx="796925" cy="3695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mysql</a:t>
            </a:r>
            <a:endParaRPr lang="ko-KR" altLang="en-US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29A9830-4691-4EA2-BDB7-BFDC77BC0410}"/>
              </a:ext>
            </a:extLst>
          </p:cNvPr>
          <p:cNvSpPr/>
          <p:nvPr/>
        </p:nvSpPr>
        <p:spPr>
          <a:xfrm>
            <a:off x="10643235" y="1934845"/>
            <a:ext cx="1635125" cy="298831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7ED099B-83C3-4133-AE6F-ECFACECEE548}"/>
              </a:ext>
            </a:extLst>
          </p:cNvPr>
          <p:cNvSpPr txBox="1"/>
          <p:nvPr/>
        </p:nvSpPr>
        <p:spPr>
          <a:xfrm>
            <a:off x="10498455" y="1459230"/>
            <a:ext cx="1985645" cy="3695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기상청 </a:t>
            </a:r>
            <a:r>
              <a:rPr lang="en-US" altLang="ko-KR" dirty="0" err="1"/>
              <a:t>api</a:t>
            </a:r>
            <a:r>
              <a:rPr lang="en-US" altLang="ko-KR" dirty="0"/>
              <a:t> server</a:t>
            </a:r>
            <a:endParaRPr lang="ko-KR" altLang="en-US" dirty="0"/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03E20305-A716-495A-9E73-D0CF1FA9EDB3}"/>
              </a:ext>
            </a:extLst>
          </p:cNvPr>
          <p:cNvCxnSpPr>
            <a:cxnSpLocks/>
          </p:cNvCxnSpPr>
          <p:nvPr/>
        </p:nvCxnSpPr>
        <p:spPr>
          <a:xfrm>
            <a:off x="7051675" y="2096770"/>
            <a:ext cx="35915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E925BEDC-91CC-4344-B10B-74DF9690F371}"/>
              </a:ext>
            </a:extLst>
          </p:cNvPr>
          <p:cNvCxnSpPr>
            <a:cxnSpLocks/>
          </p:cNvCxnSpPr>
          <p:nvPr/>
        </p:nvCxnSpPr>
        <p:spPr>
          <a:xfrm>
            <a:off x="7051675" y="3689985"/>
            <a:ext cx="3591560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7FA68B9A-3921-40E2-AF2E-75C54C310034}"/>
              </a:ext>
            </a:extLst>
          </p:cNvPr>
          <p:cNvCxnSpPr/>
          <p:nvPr/>
        </p:nvCxnSpPr>
        <p:spPr>
          <a:xfrm>
            <a:off x="7051675" y="5088255"/>
            <a:ext cx="11639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D65A70B0-C116-42D6-8CD4-99372BBD0B15}"/>
              </a:ext>
            </a:extLst>
          </p:cNvPr>
          <p:cNvCxnSpPr/>
          <p:nvPr/>
        </p:nvCxnSpPr>
        <p:spPr>
          <a:xfrm>
            <a:off x="7051675" y="5557520"/>
            <a:ext cx="1163955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84468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19D40DD-2F5B-4FEE-A2F0-59FCF1A6D84E}"/>
              </a:ext>
            </a:extLst>
          </p:cNvPr>
          <p:cNvSpPr/>
          <p:nvPr/>
        </p:nvSpPr>
        <p:spPr>
          <a:xfrm>
            <a:off x="2341245" y="471170"/>
            <a:ext cx="4696460" cy="5334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6E06A-5916-4A46-9CEF-F7F8A9283CE7}"/>
              </a:ext>
            </a:extLst>
          </p:cNvPr>
          <p:cNvSpPr txBox="1"/>
          <p:nvPr/>
        </p:nvSpPr>
        <p:spPr>
          <a:xfrm>
            <a:off x="4071620" y="683895"/>
            <a:ext cx="1108075" cy="3695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추천엔진</a:t>
            </a:r>
          </a:p>
        </p:txBody>
      </p:sp>
    </p:spTree>
    <p:extLst>
      <p:ext uri="{BB962C8B-B14F-4D97-AF65-F5344CB8AC3E}">
        <p14:creationId xmlns:p14="http://schemas.microsoft.com/office/powerpoint/2010/main" val="18626969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그룹 11"/>
          <p:cNvGrpSpPr/>
          <p:nvPr/>
        </p:nvGrpSpPr>
        <p:grpSpPr>
          <a:xfrm rot="0">
            <a:off x="2339340" y="468630"/>
            <a:ext cx="4735195" cy="4249420"/>
            <a:chOff x="2339340" y="468630"/>
            <a:chExt cx="4735195" cy="4249420"/>
          </a:xfrm>
        </p:grpSpPr>
        <p:sp>
          <p:nvSpPr>
            <p:cNvPr id="4" name="Rect 0"/>
            <p:cNvSpPr>
              <a:spLocks/>
            </p:cNvSpPr>
            <p:nvPr/>
          </p:nvSpPr>
          <p:spPr>
            <a:xfrm>
              <a:off x="2339340" y="468630"/>
              <a:ext cx="4735195" cy="424942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/>
            </a:p>
          </p:txBody>
        </p:sp>
        <p:sp>
          <p:nvSpPr>
            <p:cNvPr id="5" name="Rect 0"/>
            <p:cNvSpPr txBox="1">
              <a:spLocks/>
            </p:cNvSpPr>
            <p:nvPr/>
          </p:nvSpPr>
          <p:spPr>
            <a:xfrm>
              <a:off x="4084955" y="615950"/>
              <a:ext cx="1246505" cy="257175"/>
            </a:xfrm>
            <a:prstGeom prst="rect">
              <a:avLst/>
            </a:prstGeom>
            <a:noFill/>
          </p:spPr>
          <p:txBody>
            <a:bodyPr vert="horz" wrap="non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/>
                <a:t>Flask </a:t>
              </a:r>
              <a:r>
                <a:rPr lang="ko-KR" altLang="en-US"/>
                <a:t>서버</a:t>
              </a:r>
            </a:p>
          </p:txBody>
        </p:sp>
      </p:grpSp>
      <p:grpSp>
        <p:nvGrpSpPr>
          <p:cNvPr id="43" name="그룹 10"/>
          <p:cNvGrpSpPr/>
          <p:nvPr/>
        </p:nvGrpSpPr>
        <p:grpSpPr>
          <a:xfrm rot="0">
            <a:off x="247015" y="458470"/>
            <a:ext cx="1525270" cy="4260850"/>
            <a:chOff x="247015" y="458470"/>
            <a:chExt cx="1525270" cy="4260850"/>
          </a:xfrm>
        </p:grpSpPr>
        <p:sp>
          <p:nvSpPr>
            <p:cNvPr id="12" name="Rect 0"/>
            <p:cNvSpPr>
              <a:spLocks/>
            </p:cNvSpPr>
            <p:nvPr/>
          </p:nvSpPr>
          <p:spPr>
            <a:xfrm>
              <a:off x="247015" y="458470"/>
              <a:ext cx="1524635" cy="426021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/>
            </a:p>
          </p:txBody>
        </p:sp>
        <p:sp>
          <p:nvSpPr>
            <p:cNvPr id="13" name="Rect 0"/>
            <p:cNvSpPr txBox="1">
              <a:spLocks/>
            </p:cNvSpPr>
            <p:nvPr/>
          </p:nvSpPr>
          <p:spPr>
            <a:xfrm>
              <a:off x="610870" y="536575"/>
              <a:ext cx="772795" cy="669290"/>
            </a:xfrm>
            <a:prstGeom prst="rect">
              <a:avLst/>
            </a:prstGeom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ko-KR" altLang="ko-KR"/>
                <a:t>C</a:t>
              </a:r>
              <a:r>
                <a:rPr lang="en-US" altLang="ko-KR"/>
                <a:t>lient</a:t>
              </a:r>
              <a:endParaRPr lang="ko-KR" altLang="en-US"/>
            </a:p>
          </p:txBody>
        </p:sp>
      </p:grpSp>
      <p:grpSp>
        <p:nvGrpSpPr>
          <p:cNvPr id="48" name="그룹 15"/>
          <p:cNvGrpSpPr/>
          <p:nvPr/>
        </p:nvGrpSpPr>
        <p:grpSpPr>
          <a:xfrm rot="0">
            <a:off x="1771650" y="3293745"/>
            <a:ext cx="570865" cy="443230"/>
            <a:chOff x="1771650" y="3293745"/>
            <a:chExt cx="570865" cy="443230"/>
          </a:xfrm>
        </p:grpSpPr>
        <p:cxnSp>
          <p:nvCxnSpPr>
            <p:cNvPr id="14" name="Rect 0"/>
            <p:cNvCxnSpPr/>
            <p:nvPr/>
          </p:nvCxnSpPr>
          <p:spPr>
            <a:xfrm rot="0">
              <a:off x="1771650" y="3293745"/>
              <a:ext cx="570865" cy="1270"/>
            </a:xfrm>
            <a:prstGeom prst="straightConnector1"/>
            <a:ln w="6350" cap="flat" cmpd="sng">
              <a:prstDash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Rect 0"/>
            <p:cNvCxnSpPr/>
            <p:nvPr/>
          </p:nvCxnSpPr>
          <p:spPr>
            <a:xfrm rot="0">
              <a:off x="1771650" y="3735705"/>
              <a:ext cx="570865" cy="1270"/>
            </a:xfrm>
            <a:prstGeom prst="straightConnector1"/>
            <a:ln w="6350" cap="flat" cmpd="sng">
              <a:prstDash/>
              <a:head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그룹 12"/>
          <p:cNvGrpSpPr/>
          <p:nvPr/>
        </p:nvGrpSpPr>
        <p:grpSpPr>
          <a:xfrm rot="0">
            <a:off x="8215630" y="5177155"/>
            <a:ext cx="1636395" cy="1437005"/>
            <a:chOff x="8215630" y="5177155"/>
            <a:chExt cx="1636395" cy="1437005"/>
          </a:xfrm>
        </p:grpSpPr>
        <p:sp>
          <p:nvSpPr>
            <p:cNvPr id="20" name="Rect 0"/>
            <p:cNvSpPr>
              <a:spLocks/>
            </p:cNvSpPr>
            <p:nvPr/>
          </p:nvSpPr>
          <p:spPr>
            <a:xfrm rot="0">
              <a:off x="8215630" y="5177155"/>
              <a:ext cx="1636395" cy="1437005"/>
            </a:xfrm>
            <a:prstGeom prst="rect"/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/>
            </a:p>
          </p:txBody>
        </p:sp>
        <p:sp>
          <p:nvSpPr>
            <p:cNvPr id="21" name="Rect 0"/>
            <p:cNvSpPr txBox="1">
              <a:spLocks/>
            </p:cNvSpPr>
            <p:nvPr/>
          </p:nvSpPr>
          <p:spPr>
            <a:xfrm rot="0">
              <a:off x="8634730" y="5177155"/>
              <a:ext cx="798195" cy="37084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/>
                <a:t>mysql</a:t>
              </a:r>
              <a:endParaRPr lang="ko-KR" altLang="en-US"/>
            </a:p>
          </p:txBody>
        </p:sp>
      </p:grpSp>
      <p:grpSp>
        <p:nvGrpSpPr>
          <p:cNvPr id="50" name="그룹 17"/>
          <p:cNvGrpSpPr/>
          <p:nvPr/>
        </p:nvGrpSpPr>
        <p:grpSpPr>
          <a:xfrm rot="0">
            <a:off x="8039100" y="1095375"/>
            <a:ext cx="1986915" cy="3439160"/>
            <a:chOff x="8039100" y="1095375"/>
            <a:chExt cx="1986915" cy="3439160"/>
          </a:xfrm>
        </p:grpSpPr>
        <p:sp>
          <p:nvSpPr>
            <p:cNvPr id="22" name="Rect 0"/>
            <p:cNvSpPr>
              <a:spLocks/>
            </p:cNvSpPr>
            <p:nvPr/>
          </p:nvSpPr>
          <p:spPr>
            <a:xfrm rot="0">
              <a:off x="8209915" y="1544955"/>
              <a:ext cx="1636395" cy="2989580"/>
            </a:xfrm>
            <a:prstGeom prst="rect"/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/>
            </a:p>
          </p:txBody>
        </p:sp>
        <p:sp>
          <p:nvSpPr>
            <p:cNvPr id="23" name="Rect 0"/>
            <p:cNvSpPr txBox="1">
              <a:spLocks/>
            </p:cNvSpPr>
            <p:nvPr/>
          </p:nvSpPr>
          <p:spPr>
            <a:xfrm rot="0">
              <a:off x="8039100" y="1095375"/>
              <a:ext cx="1986915" cy="37084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ko-KR" altLang="en-US"/>
                <a:t>기상청 </a:t>
              </a:r>
              <a:r>
                <a:rPr lang="en-US" altLang="ko-KR"/>
                <a:t>api server</a:t>
              </a:r>
              <a:endParaRPr lang="ko-KR" altLang="en-US"/>
            </a:p>
          </p:txBody>
        </p:sp>
      </p:grpSp>
      <p:cxnSp>
        <p:nvCxnSpPr>
          <p:cNvPr id="24" name="Rect 0"/>
          <p:cNvCxnSpPr/>
          <p:nvPr/>
        </p:nvCxnSpPr>
        <p:spPr>
          <a:xfrm>
            <a:off x="7051675" y="2096770"/>
            <a:ext cx="3592195" cy="635"/>
          </a:xfrm>
          <a:prstGeom prst="straightConnector1">
            <a:avLst/>
          </a:prstGeom>
          <a:ln w="6350" cap="flat" cmpd="sng">
            <a:prstDash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Rect 0"/>
          <p:cNvCxnSpPr/>
          <p:nvPr/>
        </p:nvCxnSpPr>
        <p:spPr>
          <a:xfrm>
            <a:off x="7051675" y="3689985"/>
            <a:ext cx="3592195" cy="635"/>
          </a:xfrm>
          <a:prstGeom prst="straightConnector1">
            <a:avLst/>
          </a:prstGeom>
          <a:ln w="6350" cap="flat" cmpd="sng">
            <a:prstDash/>
            <a:head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그룹 13"/>
          <p:cNvGrpSpPr/>
          <p:nvPr/>
        </p:nvGrpSpPr>
        <p:grpSpPr>
          <a:xfrm rot="0">
            <a:off x="7042785" y="5659755"/>
            <a:ext cx="1165225" cy="470535"/>
            <a:chOff x="7042785" y="5659755"/>
            <a:chExt cx="1165225" cy="470535"/>
          </a:xfrm>
        </p:grpSpPr>
        <p:cxnSp>
          <p:nvCxnSpPr>
            <p:cNvPr id="30" name="Rect 0"/>
            <p:cNvCxnSpPr/>
            <p:nvPr/>
          </p:nvCxnSpPr>
          <p:spPr>
            <a:xfrm rot="0">
              <a:off x="7042785" y="5659755"/>
              <a:ext cx="1165225" cy="1270"/>
            </a:xfrm>
            <a:prstGeom prst="straightConnector1"/>
            <a:ln w="6350" cap="flat" cmpd="sng">
              <a:prstDash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Rect 0"/>
            <p:cNvCxnSpPr/>
            <p:nvPr/>
          </p:nvCxnSpPr>
          <p:spPr>
            <a:xfrm rot="0">
              <a:off x="7042785" y="6129020"/>
              <a:ext cx="1165225" cy="1270"/>
            </a:xfrm>
            <a:prstGeom prst="straightConnector1"/>
            <a:ln w="6350" cap="flat" cmpd="sng">
              <a:prstDash/>
              <a:head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그룹 14"/>
          <p:cNvGrpSpPr/>
          <p:nvPr/>
        </p:nvGrpSpPr>
        <p:grpSpPr>
          <a:xfrm rot="0">
            <a:off x="778510" y="4719320"/>
            <a:ext cx="417195" cy="452120"/>
            <a:chOff x="778510" y="4719320"/>
            <a:chExt cx="417195" cy="452120"/>
          </a:xfrm>
        </p:grpSpPr>
        <p:cxnSp>
          <p:nvCxnSpPr>
            <p:cNvPr id="33" name="도형 2"/>
            <p:cNvCxnSpPr/>
            <p:nvPr/>
          </p:nvCxnSpPr>
          <p:spPr>
            <a:xfrm rot="0">
              <a:off x="778510" y="4719320"/>
              <a:ext cx="635" cy="452120"/>
            </a:xfrm>
            <a:prstGeom prst="straightConnector1"/>
            <a:ln w="6350" cap="flat" cmpd="sng">
              <a:prstDash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도형 3"/>
            <p:cNvCxnSpPr/>
            <p:nvPr/>
          </p:nvCxnSpPr>
          <p:spPr>
            <a:xfrm rot="0" flipH="1">
              <a:off x="1194435" y="4719320"/>
              <a:ext cx="1270" cy="451485"/>
            </a:xfrm>
            <a:prstGeom prst="straightConnector1"/>
            <a:ln w="6350" cap="flat" cmpd="sng">
              <a:prstDash/>
              <a:head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" name="그룹 21"/>
          <p:cNvGrpSpPr/>
          <p:nvPr/>
        </p:nvGrpSpPr>
        <p:grpSpPr>
          <a:xfrm rot="0">
            <a:off x="302895" y="3335020"/>
            <a:ext cx="1428750" cy="1323340"/>
            <a:chOff x="302895" y="3335020"/>
            <a:chExt cx="1428750" cy="1323340"/>
          </a:xfrm>
        </p:grpSpPr>
        <p:sp>
          <p:nvSpPr>
            <p:cNvPr id="32" name="도형 1"/>
            <p:cNvSpPr>
              <a:spLocks/>
            </p:cNvSpPr>
            <p:nvPr/>
          </p:nvSpPr>
          <p:spPr>
            <a:xfrm rot="0">
              <a:off x="302895" y="3335020"/>
              <a:ext cx="1428750" cy="1323340"/>
            </a:xfrm>
            <a:prstGeom prst="rect"/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/>
            </a:p>
          </p:txBody>
        </p:sp>
        <p:sp>
          <p:nvSpPr>
            <p:cNvPr id="37" name="텍스트 상자 6"/>
            <p:cNvSpPr txBox="1">
              <a:spLocks/>
            </p:cNvSpPr>
            <p:nvPr/>
          </p:nvSpPr>
          <p:spPr>
            <a:xfrm rot="0">
              <a:off x="355600" y="3358515"/>
              <a:ext cx="1319530" cy="59436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ko-KR" altLang="ko-KR"/>
                <a:t>Geolocation</a:t>
              </a:r>
              <a:endParaRPr lang="ko-KR" altLang="en-US"/>
            </a:p>
            <a:p>
              <a:pPr marL="0" indent="0" latinLnBrk="0">
                <a:buFontTx/>
                <a:buNone/>
              </a:pPr>
              <a:r>
                <a:rPr lang="ko-KR" altLang="ko-KR"/>
                <a:t>      </a:t>
              </a:r>
              <a:r>
                <a:rPr lang="ko-KR" altLang="ko-KR"/>
                <a:t>API</a:t>
              </a:r>
              <a:endParaRPr lang="ko-KR" altLang="en-US"/>
            </a:p>
          </p:txBody>
        </p:sp>
      </p:grpSp>
      <p:grpSp>
        <p:nvGrpSpPr>
          <p:cNvPr id="42" name="그룹 9"/>
          <p:cNvGrpSpPr/>
          <p:nvPr/>
        </p:nvGrpSpPr>
        <p:grpSpPr>
          <a:xfrm rot="0">
            <a:off x="236220" y="5173345"/>
            <a:ext cx="1541780" cy="1437005"/>
            <a:chOff x="236220" y="5173345"/>
            <a:chExt cx="1541780" cy="1437005"/>
          </a:xfrm>
        </p:grpSpPr>
        <p:sp>
          <p:nvSpPr>
            <p:cNvPr id="38" name="도형 1"/>
            <p:cNvSpPr>
              <a:spLocks/>
            </p:cNvSpPr>
            <p:nvPr/>
          </p:nvSpPr>
          <p:spPr>
            <a:xfrm rot="0">
              <a:off x="236220" y="5173345"/>
              <a:ext cx="1541780" cy="1437005"/>
            </a:xfrm>
            <a:prstGeom prst="rect"/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/>
            </a:p>
          </p:txBody>
        </p:sp>
        <p:sp>
          <p:nvSpPr>
            <p:cNvPr id="39" name="텍스트 상자 2"/>
            <p:cNvSpPr txBox="1">
              <a:spLocks/>
            </p:cNvSpPr>
            <p:nvPr/>
          </p:nvSpPr>
          <p:spPr>
            <a:xfrm rot="0">
              <a:off x="379095" y="5233035"/>
              <a:ext cx="1229995" cy="368935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ko-KR" altLang="ko-KR"/>
                <a:t>Kakao API</a:t>
              </a:r>
              <a:endParaRPr lang="ko-KR" altLang="en-US"/>
            </a:p>
          </p:txBody>
        </p:sp>
      </p:grpSp>
      <p:grpSp>
        <p:nvGrpSpPr>
          <p:cNvPr id="51" name="그룹 20"/>
          <p:cNvGrpSpPr/>
          <p:nvPr/>
        </p:nvGrpSpPr>
        <p:grpSpPr>
          <a:xfrm rot="0">
            <a:off x="2501265" y="1451610"/>
            <a:ext cx="1291590" cy="2989580"/>
            <a:chOff x="2501265" y="1451610"/>
            <a:chExt cx="1291590" cy="2989580"/>
          </a:xfrm>
        </p:grpSpPr>
        <p:sp>
          <p:nvSpPr>
            <p:cNvPr id="52" name="도형 18"/>
            <p:cNvSpPr>
              <a:spLocks/>
            </p:cNvSpPr>
            <p:nvPr/>
          </p:nvSpPr>
          <p:spPr>
            <a:xfrm rot="0">
              <a:off x="2505075" y="1451610"/>
              <a:ext cx="1287780" cy="2989580"/>
            </a:xfrm>
            <a:prstGeom prst="rect"/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/>
            </a:p>
          </p:txBody>
        </p:sp>
        <p:sp>
          <p:nvSpPr>
            <p:cNvPr id="53" name="텍스트 상자 19"/>
            <p:cNvSpPr txBox="1">
              <a:spLocks/>
            </p:cNvSpPr>
            <p:nvPr/>
          </p:nvSpPr>
          <p:spPr>
            <a:xfrm rot="0">
              <a:off x="2501265" y="1452880"/>
              <a:ext cx="1289050" cy="368935"/>
            </a:xfrm>
            <a:prstGeom prst="rect"/>
            <a:noFill/>
          </p:spPr>
          <p:txBody>
            <a:bodyPr wrap="square" lIns="91440" tIns="45720" rIns="91440" bIns="45720" numCol="1" vert="horz" anchor="t">
              <a:spAutoFit/>
            </a:bodyPr>
            <a:lstStyle/>
            <a:p>
              <a:pPr marL="0" indent="0" algn="ctr" latinLnBrk="0">
                <a:buFontTx/>
                <a:buNone/>
              </a:pPr>
              <a:r>
                <a:rPr lang="ko-KR" altLang="ko-KR"/>
                <a:t>Web/API</a:t>
              </a:r>
              <a:endParaRPr lang="ko-KR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7"/>
          <p:cNvGrpSpPr/>
          <p:nvPr/>
        </p:nvGrpSpPr>
        <p:grpSpPr>
          <a:xfrm rot="0">
            <a:off x="2757170" y="687705"/>
            <a:ext cx="4697730" cy="5335270"/>
            <a:chOff x="2757170" y="687705"/>
            <a:chExt cx="4697730" cy="5335270"/>
          </a:xfrm>
        </p:grpSpPr>
        <p:sp>
          <p:nvSpPr>
            <p:cNvPr id="4" name="Rect 0"/>
            <p:cNvSpPr>
              <a:spLocks/>
            </p:cNvSpPr>
            <p:nvPr/>
          </p:nvSpPr>
          <p:spPr>
            <a:xfrm rot="0">
              <a:off x="2757170" y="687705"/>
              <a:ext cx="4697730" cy="5335270"/>
            </a:xfrm>
            <a:prstGeom prst="rect"/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/>
            </a:p>
          </p:txBody>
        </p:sp>
        <p:sp>
          <p:nvSpPr>
            <p:cNvPr id="5" name="Rect 0"/>
            <p:cNvSpPr txBox="1">
              <a:spLocks/>
            </p:cNvSpPr>
            <p:nvPr/>
          </p:nvSpPr>
          <p:spPr>
            <a:xfrm rot="0">
              <a:off x="4547870" y="814070"/>
              <a:ext cx="1109345" cy="37084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ko-KR" altLang="en-US"/>
                <a:t>추천엔진</a:t>
              </a:r>
              <a:endParaRPr lang="ko-KR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Polaris Office Slide</Application>
  <AppVersion>12.000</AppVersion>
  <Characters>0</Characters>
  <CharactersWithSpaces>0</CharactersWithSpaces>
  <DocSecurity>0</DocSecurity>
  <HyperlinksChanged>false</HyperlinksChanged>
  <Lines>0</Lines>
  <LinksUpToDate>false</LinksUpToDate>
  <Pages>4</Pages>
  <Paragraphs>14</Paragraphs>
  <Words>25</Words>
  <TotalTime>0</TotalTime>
  <MMClips>0</MMClips>
  <ScaleCrop>false</ScaleCrop>
  <HeadingPairs>
    <vt:vector size="2" baseType="variant">
      <vt:variant>
        <vt:lpstr>Title</vt:lpstr>
      </vt:variant>
      <vt:variant>
        <vt:i4>1</vt:i4>
      </vt:variant>
    </vt:vector>
  </HeadingPairs>
  <TitlesOfParts>
    <vt:vector size="1" baseType="lpstr">
      <vt:lpstr>Title text</vt:lpstr>
    </vt:vector>
  </TitlesOfParts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dc:creator>MYCOM</dc:creator>
  <cp:lastModifiedBy>최연흠</cp:lastModifiedBy>
  <dc:title>PowerPoint 프레젠테이션</dc:title>
  <cp:version>9.103.82.44099</cp:version>
  <dcterms:modified xsi:type="dcterms:W3CDTF">2025-12-18T05:18:11Z</dcterms:modified>
</cp:coreProperties>
</file>