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handoutMasters/handoutMaster1.xml" ContentType="application/vnd.openxmlformats-officedocument.presentationml.handoutMaster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
<Relationships xmlns="http://schemas.openxmlformats.org/package/2006/relationships"><Relationship Id="rId1" Type="http://schemas.openxmlformats.org/officeDocument/2006/relationships/officeDocument" Target="ppt/presentation.xml"></Relationship><Relationship Id="rId2" Type="http://schemas.openxmlformats.org/package/2006/relationships/metadata/core-properties" Target="docProps/core.xml"></Relationship><Relationship Id="rId3" Type="http://schemas.openxmlformats.org/officeDocument/2006/relationships/extended-properties" Target="docProps/app.xml"></Relationship><Relationship Id="rId4" Type="http://schemas.openxmlformats.org/package/2006/relationships/metadata/thumbnail" Target="docProps/thumbnail.jpeg"></Relationship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saveSubsetFonts="1">
  <p:sldMasterIdLst>
    <p:sldMasterId id="2147483663" r:id="rId13"/>
  </p:sldMasterIdLst>
  <p:notesMasterIdLst>
    <p:notesMasterId r:id="rId17"/>
  </p:notesMasterIdLst>
  <p:handoutMasterIdLst>
    <p:handoutMasterId r:id="rId15"/>
  </p:handoutMasterIdLst>
  <p:sldIdLst>
    <p:sldId id="256" r:id="rId19"/>
    <p:sldId id="257" r:id="rId2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 horzBarState="maximized">
    <p:restoredLeft sz="18001" autoAdjust="0"/>
    <p:restoredTop sz="94660"/>
  </p:normalViewPr>
  <p:slideViewPr>
    <p:cSldViewPr snapToGrid="0" snapToObjects="1">
      <p:cViewPr varScale="1">
        <p:scale>
          <a:sx n="88" d="100"/>
          <a:sy n="88" d="100"/>
        </p:scale>
        <p:origin x="96" y="4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79" d="100"/>
          <a:sy n="79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?>
<Relationships xmlns="http://schemas.openxmlformats.org/package/2006/relationships"><Relationship Id="rId1" Type="http://schemas.openxmlformats.org/officeDocument/2006/relationships/tableStyles" Target="tableStyles.xml"></Relationship><Relationship Id="rId13" Type="http://schemas.openxmlformats.org/officeDocument/2006/relationships/slideMaster" Target="slideMasters/slideMaster1.xml"></Relationship><Relationship Id="rId14" Type="http://schemas.openxmlformats.org/officeDocument/2006/relationships/theme" Target="theme/theme1.xml"></Relationship><Relationship Id="rId15" Type="http://schemas.openxmlformats.org/officeDocument/2006/relationships/handoutMaster" Target="handoutMasters/handoutMaster1.xml"></Relationship><Relationship Id="rId17" Type="http://schemas.openxmlformats.org/officeDocument/2006/relationships/notesMaster" Target="notesMasters/notesMaster1.xml"></Relationship><Relationship Id="rId19" Type="http://schemas.openxmlformats.org/officeDocument/2006/relationships/slide" Target="slides/slide1.xml"></Relationship><Relationship Id="rId20" Type="http://schemas.openxmlformats.org/officeDocument/2006/relationships/slide" Target="slides/slide2.xml"></Relationship><Relationship Id="rId22" Type="http://schemas.openxmlformats.org/officeDocument/2006/relationships/viewProps" Target="viewProps.xml"></Relationship><Relationship Id="rId23" Type="http://schemas.openxmlformats.org/officeDocument/2006/relationships/presProps" Target="presProps.xml"></Relationship></Relationships>
</file>

<file path=ppt/handoutMasters/_rels/handoutMaster1.xml.rels><?xml version="1.0" encoding="UTF-8"?>
<Relationships xmlns="http://schemas.openxmlformats.org/package/2006/relationships"><Relationship Id="rId1" Type="http://schemas.openxmlformats.org/officeDocument/2006/relationships/theme" Target="../theme/theme2.xml"></Relationship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9214C1-2863-45BA-A7C5-D5EA3C3D4C30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3020B9-F693-4639-BB27-7B1AD87C61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64276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?>
<Relationships xmlns="http://schemas.openxmlformats.org/package/2006/relationships"><Relationship Id="rId1" Type="http://schemas.openxmlformats.org/officeDocument/2006/relationships/theme" Target="../theme/theme3.xml"></Relationship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563C85-90F6-445D-9B5B-8ABB00FB3043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B16B34-ED2F-4269-81E8-097D50C902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08175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.xml"></Relationship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16B34-ED2F-4269-81E8-097D50C90279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64566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6471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26598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7657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7481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5079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4917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0467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3477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2598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0576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0114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0494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
<Relationships xmlns="http://schemas.openxmlformats.org/package/2006/relationships"><Relationship Id="rId2" Type="http://schemas.openxmlformats.org/officeDocument/2006/relationships/notesSlide" Target="../notesSlides/notesSlide1.xml"></Relationship><Relationship Id="rId3" Type="http://schemas.openxmlformats.org/officeDocument/2006/relationships/slideLayout" Target="../slideLayouts/slideLayout1.xml"></Relationship></Relationships>
</file>

<file path=ppt/slides/_rels/slide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도형 2"/>
          <p:cNvSpPr>
            <a:spLocks/>
          </p:cNvSpPr>
          <p:nvPr/>
        </p:nvSpPr>
        <p:spPr>
          <a:xfrm rot="0">
            <a:off x="4510405" y="2884170"/>
            <a:ext cx="2720340" cy="1681480"/>
          </a:xfrm>
          <a:prstGeom prst="downArrowCallout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latinLnBrk="0" hangingPunct="1">
              <a:buFontTx/>
              <a:buNone/>
            </a:pPr>
            <a:r>
              <a:rPr lang="ko-KR" sz="1800">
                <a:latin typeface="맑은 고딕" charset="0"/>
                <a:ea typeface="맑은 고딕" charset="0"/>
              </a:rPr>
              <a:t>음식점</a:t>
            </a:r>
            <a:r>
              <a:rPr lang="ko-KR" sz="1800">
                <a:latin typeface="맑은 고딕" charset="0"/>
                <a:ea typeface="맑은 고딕" charset="0"/>
              </a:rPr>
              <a:t> </a:t>
            </a:r>
            <a:r>
              <a:rPr lang="ko-KR" sz="1800">
                <a:latin typeface="맑은 고딕" charset="0"/>
                <a:ea typeface="맑은 고딕" charset="0"/>
              </a:rPr>
              <a:t>추천엔진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  <p:cxnSp>
        <p:nvCxnSpPr>
          <p:cNvPr id="4" name="도형 3"/>
          <p:cNvCxnSpPr/>
          <p:nvPr/>
        </p:nvCxnSpPr>
        <p:spPr>
          <a:xfrm rot="0">
            <a:off x="6121400" y="2477135"/>
            <a:ext cx="295910" cy="425450"/>
          </a:xfrm>
          <a:prstGeom prst="line"/>
          <a:ln w="38100" cap="flat" cmpd="sng"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도형 5"/>
          <p:cNvCxnSpPr/>
          <p:nvPr/>
        </p:nvCxnSpPr>
        <p:spPr>
          <a:xfrm rot="0" flipV="1">
            <a:off x="7012940" y="2459990"/>
            <a:ext cx="235585" cy="433705"/>
          </a:xfrm>
          <a:prstGeom prst="line"/>
          <a:ln w="38100" cap="flat" cmpd="sng"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도형 1"/>
          <p:cNvSpPr>
            <a:spLocks/>
          </p:cNvSpPr>
          <p:nvPr/>
        </p:nvSpPr>
        <p:spPr>
          <a:xfrm rot="0">
            <a:off x="3757930" y="4814570"/>
            <a:ext cx="4183380" cy="1567815"/>
          </a:xfrm>
          <a:prstGeom prst="rect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>
                <a:latin typeface="맑은 고딕" charset="0"/>
                <a:ea typeface="맑은 고딕" charset="0"/>
              </a:rPr>
              <a:t>추천 음식점 TOP 5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8" name="도형 2"/>
          <p:cNvSpPr>
            <a:spLocks/>
          </p:cNvSpPr>
          <p:nvPr/>
        </p:nvSpPr>
        <p:spPr>
          <a:xfrm rot="0">
            <a:off x="4017645" y="631825"/>
            <a:ext cx="3724275" cy="1256665"/>
          </a:xfrm>
          <a:prstGeom prst="rect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latinLnBrk="0" hangingPunct="1">
              <a:buFontTx/>
              <a:buNone/>
            </a:pPr>
            <a:r>
              <a:rPr sz="1800">
                <a:latin typeface="맑은 고딕" charset="0"/>
                <a:ea typeface="맑은 고딕" charset="0"/>
              </a:rPr>
              <a:t>거</a:t>
            </a:r>
            <a:r>
              <a:rPr lang="ko-KR" sz="1800">
                <a:latin typeface="맑은 고딕" charset="0"/>
                <a:ea typeface="맑은 고딕" charset="0"/>
              </a:rPr>
              <a:t>리, 리뷰 수, 긍/부 점수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  <p:cxnSp>
        <p:nvCxnSpPr>
          <p:cNvPr id="9" name="도형 3"/>
          <p:cNvCxnSpPr/>
          <p:nvPr/>
        </p:nvCxnSpPr>
        <p:spPr>
          <a:xfrm rot="0">
            <a:off x="6693535" y="1878965"/>
            <a:ext cx="635" cy="693420"/>
          </a:xfrm>
          <a:prstGeom prst="straightConnector1"/>
          <a:ln w="76200" cap="flat" cmpd="sng"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20316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Polaris Office Slide</Application>
  <AppVersion>12.000</AppVersion>
  <Characters>0</Characters>
  <CharactersWithSpaces>0</CharactersWithSpaces>
  <DocSecurity>0</DocSecurity>
  <HyperlinksChanged>false</HyperlinksChanged>
  <Lines>0</Lines>
  <LinksUpToDate>false</LinksUpToDate>
  <Pages>2</Pages>
  <Paragraphs>1</Paragraphs>
  <Words>1</Words>
  <TotalTime>0</TotalTime>
  <MMClips>0</MMClips>
  <ScaleCrop>false</ScaleCrop>
  <HeadingPairs>
    <vt:vector size="2" baseType="variant">
      <vt:variant>
        <vt:lpstr>Title</vt:lpstr>
      </vt:variant>
      <vt:variant>
        <vt:i4>1</vt:i4>
      </vt:variant>
    </vt:vector>
  </HeadingPairs>
  <TitlesOfParts>
    <vt:vector size="1" baseType="lpstr">
      <vt:lpstr>Title text</vt:lpstr>
    </vt:vector>
  </TitlesOfParts>
  <SharedDoc>false</SharedDoc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</cp:revision>
  <dc:creator>최연흠</dc:creator>
  <cp:lastModifiedBy>최연흠</cp:lastModifiedBy>
  <dc:title>PowerPoint 프레젠테이션</dc:title>
  <cp:version>9.103.82.44099</cp:version>
</cp:coreProperties>
</file>